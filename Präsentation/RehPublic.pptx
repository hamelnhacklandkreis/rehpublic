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674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9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64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15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35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8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86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65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50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13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0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98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56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21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19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6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00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60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12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4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30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05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016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594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695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50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86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92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89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4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450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735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548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428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697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39203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2936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4774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92529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5810350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7513777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6214708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03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252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336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20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289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7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138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53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39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64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78EE40CD-EAA4-2A39-16C7-C8D2EBE4D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4664" y="1640398"/>
            <a:ext cx="3541336" cy="1559178"/>
          </a:xfrm>
        </p:spPr>
        <p:txBody>
          <a:bodyPr anchor="b">
            <a:normAutofit/>
          </a:bodyPr>
          <a:lstStyle/>
          <a:p>
            <a:pPr algn="r"/>
            <a:r>
              <a:rPr lang="de-DE" sz="2400" dirty="0"/>
              <a:t>Ihre automatische Wildtiererkennung mit „Waidblick“</a:t>
            </a:r>
          </a:p>
        </p:txBody>
      </p:sp>
      <p:pic>
        <p:nvPicPr>
          <p:cNvPr id="6" name="Bildplatzhalter 5" descr="Ein Bild, das Säugetier, draußen, Baum, Gras enthält.&#10;&#10;KI-generierte Inhalte können fehlerhaft sein.">
            <a:extLst>
              <a:ext uri="{FF2B5EF4-FFF2-40B4-BE49-F238E27FC236}">
                <a16:creationId xmlns:a16="http://schemas.microsoft.com/office/drawing/2014/main" id="{66B2C627-E5BD-7A9D-E0E6-C5283F2B1E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6" r="5656"/>
          <a:stretch>
            <a:fillRect/>
          </a:stretch>
        </p:blipFill>
        <p:spPr/>
      </p:pic>
      <p:sp>
        <p:nvSpPr>
          <p:cNvPr id="4" name="Untertitel 2">
            <a:extLst>
              <a:ext uri="{FF2B5EF4-FFF2-40B4-BE49-F238E27FC236}">
                <a16:creationId xmlns:a16="http://schemas.microsoft.com/office/drawing/2014/main" id="{2CADC052-392D-5207-52BB-4BAF2F6AC219}"/>
              </a:ext>
            </a:extLst>
          </p:cNvPr>
          <p:cNvSpPr txBox="1">
            <a:spLocks/>
          </p:cNvSpPr>
          <p:nvPr/>
        </p:nvSpPr>
        <p:spPr>
          <a:xfrm>
            <a:off x="554176" y="282804"/>
            <a:ext cx="5541824" cy="31461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7200" dirty="0" err="1">
                <a:latin typeface="Kermit Expanded" panose="020F0503040000060003" pitchFamily="34" charset="0"/>
              </a:rPr>
              <a:t>RehPublic</a:t>
            </a:r>
            <a:endParaRPr lang="de-DE" sz="7200" dirty="0">
              <a:latin typeface="Kermit Expanded" panose="020F0503040000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59429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Kermit Expanded</vt:lpstr>
      <vt:lpstr>Neue Haas Grotesk Text Pro</vt:lpstr>
      <vt:lpstr>Oasis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Teubner</dc:creator>
  <cp:lastModifiedBy>Markus Teubner</cp:lastModifiedBy>
  <cp:revision>4</cp:revision>
  <dcterms:created xsi:type="dcterms:W3CDTF">2025-11-08T11:12:38Z</dcterms:created>
  <dcterms:modified xsi:type="dcterms:W3CDTF">2025-11-08T13:44:53Z</dcterms:modified>
</cp:coreProperties>
</file>